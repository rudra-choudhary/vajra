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9ac37850d449f6" /><Relationship Type="http://schemas.openxmlformats.org/officeDocument/2006/relationships/extended-properties" Target="/docProps/app.xml" Id="Rd003dc1c713447dc" /><Relationship Type="http://schemas.openxmlformats.org/officeDocument/2006/relationships/officeDocument" Target="/ppt/presentation.xml" Id="Re4c276ba175f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47b6e2a364f9f"/>
  </p:sldMasterIdLst>
  <p:notesMasterIdLst>
    <p:notesMasterId xmlns:r="http://schemas.openxmlformats.org/officeDocument/2006/relationships" r:id="R98fb6cb1aaf245c9"/>
  </p:notesMasterIdLst>
  <p:sldIdLst>
    <p:sldId xmlns:r="http://schemas.openxmlformats.org/officeDocument/2006/relationships" id="256" r:id="R20545aebbd0843ec"/>
    <p:sldId xmlns:r="http://schemas.openxmlformats.org/officeDocument/2006/relationships" id="257" r:id="R775d4cda66e84977"/>
    <p:sldId xmlns:r="http://schemas.openxmlformats.org/officeDocument/2006/relationships" id="258" r:id="R8ca10121914c4476"/>
    <p:sldId xmlns:r="http://schemas.openxmlformats.org/officeDocument/2006/relationships" id="259" r:id="Rd01bf62e36014756"/>
    <p:sldId xmlns:r="http://schemas.openxmlformats.org/officeDocument/2006/relationships" id="260" r:id="Rfaeb414b09544b8b"/>
    <p:sldId xmlns:r="http://schemas.openxmlformats.org/officeDocument/2006/relationships" id="261" r:id="R41b55ddd07b94ee8"/>
    <p:sldId xmlns:r="http://schemas.openxmlformats.org/officeDocument/2006/relationships" id="262" r:id="R53917183a3da4168"/>
    <p:sldId xmlns:r="http://schemas.openxmlformats.org/officeDocument/2006/relationships" id="263" r:id="R3dc3ae18491b42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5755cd58194483" /><Relationship Type="http://schemas.openxmlformats.org/officeDocument/2006/relationships/slideMaster" Target="/ppt/slideMasters/slideMaster1.xml" Id="R09347b6e2a364f9f" /><Relationship Type="http://schemas.openxmlformats.org/officeDocument/2006/relationships/notesMaster" Target="/ppt/notesMasters/notesMaster1.xml" Id="R98fb6cb1aaf245c9" /><Relationship Type="http://schemas.openxmlformats.org/officeDocument/2006/relationships/presProps" Target="/ppt/presProps.xml" Id="R4e863519075846f0" /><Relationship Type="http://schemas.openxmlformats.org/officeDocument/2006/relationships/tableStyles" Target="/ppt/tableStyles.xml" Id="R77627ac495de45e8" /><Relationship Type="http://schemas.openxmlformats.org/officeDocument/2006/relationships/slide" Target="/ppt/slides/slide1.xml" Id="R20545aebbd0843ec" /><Relationship Type="http://schemas.openxmlformats.org/officeDocument/2006/relationships/slide" Target="/ppt/slides/slide2.xml" Id="R775d4cda66e84977" /><Relationship Type="http://schemas.openxmlformats.org/officeDocument/2006/relationships/slide" Target="/ppt/slides/slide3.xml" Id="R8ca10121914c4476" /><Relationship Type="http://schemas.openxmlformats.org/officeDocument/2006/relationships/slide" Target="/ppt/slides/slide4.xml" Id="Rd01bf62e36014756" /><Relationship Type="http://schemas.openxmlformats.org/officeDocument/2006/relationships/slide" Target="/ppt/slides/slide5.xml" Id="Rfaeb414b09544b8b" /><Relationship Type="http://schemas.openxmlformats.org/officeDocument/2006/relationships/slide" Target="/ppt/slides/slide6.xml" Id="R41b55ddd07b94ee8" /><Relationship Type="http://schemas.openxmlformats.org/officeDocument/2006/relationships/slide" Target="/ppt/slides/slide7.xml" Id="R53917183a3da4168" /><Relationship Type="http://schemas.openxmlformats.org/officeDocument/2006/relationships/slide" Target="/ppt/slides/slide8.xml" Id="R3dc3ae18491b42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127c9715bc49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50adb8e09747b4" /><Relationship Type="http://schemas.openxmlformats.org/officeDocument/2006/relationships/notesMaster" Target="/ppt/notesMasters/notesMaster1.xml" Id="R63d0bcbc1264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c7de7c17ba4f04" /><Relationship Type="http://schemas.openxmlformats.org/officeDocument/2006/relationships/notesMaster" Target="/ppt/notesMasters/notesMaster1.xml" Id="R63855541806340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50d683498449c8" /><Relationship Type="http://schemas.openxmlformats.org/officeDocument/2006/relationships/notesMaster" Target="/ppt/notesMasters/notesMaster1.xml" Id="R635846c3765a40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189f611ded4118" /><Relationship Type="http://schemas.openxmlformats.org/officeDocument/2006/relationships/notesMaster" Target="/ppt/notesMasters/notesMaster1.xml" Id="Rcb6d79777bff48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ac20adba78431c" /><Relationship Type="http://schemas.openxmlformats.org/officeDocument/2006/relationships/notesMaster" Target="/ppt/notesMasters/notesMaster1.xml" Id="Rf1f1f624fd344b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c9650dcce0456e" /><Relationship Type="http://schemas.openxmlformats.org/officeDocument/2006/relationships/notesMaster" Target="/ppt/notesMasters/notesMaster1.xml" Id="R207b7fa92a404b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1f93fcf59f41c9" /><Relationship Type="http://schemas.openxmlformats.org/officeDocument/2006/relationships/notesMaster" Target="/ppt/notesMasters/notesMaster1.xml" Id="Recfa6605462b42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984b17e2334485" /><Relationship Type="http://schemas.openxmlformats.org/officeDocument/2006/relationships/notesMaster" Target="/ppt/notesMasters/notesMaster1.xml" Id="R32aff0b7d96a4e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d8654003647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282f0532a45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45162bf124e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c129f5cfa42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36d38531042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17a5c57c64d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89066E-970C-4A8A-AC8F-C6FA87C70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A30C90-3C1C-429D-A014-B2FCC37A16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06881D-8452-4978-8AA5-C5BCF4AEF0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474915-EE74-47B2-ACF7-F4A55F245E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80DBA0-9D3B-4352-BEDD-DA34CF339B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0BC9B6-15A7-4029-A0C8-F952825AF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333A02-F0BE-4B39-B60F-7F23FF3440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56FA20-8956-4655-B736-49E94444EF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22737-1119-4D34-A61D-60DD02336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DA2303-BA41-4BFD-B4B2-2957A963F7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59819461ff4596" /><Relationship Type="http://schemas.openxmlformats.org/officeDocument/2006/relationships/slideLayout" Target="/ppt/slideLayouts/slideLayout1.xml" Id="R9bb93f899dbf4906" /><Relationship Type="http://schemas.openxmlformats.org/officeDocument/2006/relationships/slideLayout" Target="/ppt/slideLayouts/slideLayout2.xml" Id="Rcf359dcf68c94c73" /><Relationship Type="http://schemas.openxmlformats.org/officeDocument/2006/relationships/slideLayout" Target="/ppt/slideLayouts/slideLayout3.xml" Id="R45fd829e75c04191" /><Relationship Type="http://schemas.openxmlformats.org/officeDocument/2006/relationships/slideLayout" Target="/ppt/slideLayouts/slideLayout4.xml" Id="Rd419f06f5aea4f1a" /><Relationship Type="http://schemas.openxmlformats.org/officeDocument/2006/relationships/slideLayout" Target="/ppt/slideLayouts/slideLayout5.xml" Id="R7f9464c1d30c4bac" /><Relationship Type="http://schemas.openxmlformats.org/officeDocument/2006/relationships/slideLayout" Target="/ppt/slideLayouts/slideLayout6.xml" Id="Rccabfd57477b40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b93f899dbf4906"/>
    <p:sldLayoutId xmlns:r="http://schemas.openxmlformats.org/officeDocument/2006/relationships" id="2147483650" r:id="Rcf359dcf68c94c73"/>
    <p:sldLayoutId xmlns:r="http://schemas.openxmlformats.org/officeDocument/2006/relationships" id="2147483651" r:id="R45fd829e75c04191"/>
    <p:sldLayoutId xmlns:r="http://schemas.openxmlformats.org/officeDocument/2006/relationships" id="2147483652" r:id="Rd419f06f5aea4f1a"/>
    <p:sldLayoutId xmlns:r="http://schemas.openxmlformats.org/officeDocument/2006/relationships" id="2147483653" r:id="R7f9464c1d30c4bac"/>
    <p:sldLayoutId xmlns:r="http://schemas.openxmlformats.org/officeDocument/2006/relationships" id="2147483654" r:id="Rccabfd57477b40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a7082f0824daf" /><Relationship Type="http://schemas.openxmlformats.org/officeDocument/2006/relationships/notesSlide" Target="/ppt/notesSlides/notesSlide1.xml" Id="R286452417e8841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3f662376a43bf" /><Relationship Type="http://schemas.openxmlformats.org/officeDocument/2006/relationships/notesSlide" Target="/ppt/notesSlides/notesSlide2.xml" Id="R847f60187f7a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7dd6c18ea4901" /><Relationship Type="http://schemas.openxmlformats.org/officeDocument/2006/relationships/notesSlide" Target="/ppt/notesSlides/notesSlide3.xml" Id="R5b04278ecca44c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cc3394bff40c9" /><Relationship Type="http://schemas.openxmlformats.org/officeDocument/2006/relationships/notesSlide" Target="/ppt/notesSlides/notesSlide4.xml" Id="Ref6b5a6cb0874a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0c19ba94b41c8" /><Relationship Type="http://schemas.openxmlformats.org/officeDocument/2006/relationships/notesSlide" Target="/ppt/notesSlides/notesSlide5.xml" Id="R361eaad67e9444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c2a74ada64009" /><Relationship Type="http://schemas.openxmlformats.org/officeDocument/2006/relationships/notesSlide" Target="/ppt/notesSlides/notesSlide6.xml" Id="Rfcb553f6497b42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190f726b5428a" /><Relationship Type="http://schemas.openxmlformats.org/officeDocument/2006/relationships/notesSlide" Target="/ppt/notesSlides/notesSlide7.xml" Id="R59acb41664f4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f8bce4227a48c1" /><Relationship Type="http://schemas.openxmlformats.org/officeDocument/2006/relationships/notesSlide" Target="/ppt/notesSlides/notesSlide8.xml" Id="R2b18096502694a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37E8C-F42F-4D51-9B45-BD26CF24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43E3D-C649-4C17-922D-962AEEFD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0955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74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B81FE-1B05-43F3-9DBE-0B07C758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71625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D6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35CB9-1DEA-4365-8E68-385B8A3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52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F9D4E-AA90-49C7-91C6-DC6A61D6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VAJRA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4B65D-3E00-457A-8486-4753A89F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Inspect what ships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A822E-FDA1-402E-8B88-B322169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9B6C8"/>
                </a:solidFill>
                <a:latin typeface="Arial"/>
                <a:ea typeface="Arial"/>
                <a:cs typeface="Arial"/>
              </a:rPr>
              <a:t>An evidence-first review of published npm packages against their source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1AEF6-5090-44DD-A478-B04B06A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36DB8-0471-45F5-B1DF-36266589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spc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PACKAGE INTEGRITY REVIEW  /  PROJECT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CA4E7-8D8D-4964-B520-FF120EC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C8"/>
                </a:solidFill>
                <a:latin typeface="Arial"/>
                <a:ea typeface="Arial"/>
                <a:cs typeface="Arial"/>
              </a:rPr>
              <a:t>VAJRA team</a:t>
            </a:r>
          </a:p>
        </p:txBody>
      </p:sp>
    </p:spTree>
    <p:extLst>
      <p:ext uri="{BB962C8B-B14F-4D97-AF65-F5344CB8AC3E}">
        <p14:creationId xmlns:p14="http://schemas.microsoft.com/office/powerpoint/2010/main" val="75565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401D6-535A-4912-8CA1-3FF60E93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050" b="1" spc="1">
                <a:solidFill>
                  <a:srgbClr val="4DD6C0"/>
                </a:solidFill>
                <a:latin typeface="Arial"/>
                <a:ea typeface="Arial"/>
                <a:cs typeface="Arial"/>
              </a:rPr>
              <a:t>VAJRA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39B4A-05AF-4F57-B189-0829547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Published code can differ from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288FC-1790-4808-BEF9-E1D542E4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72C7B-3558-4AC3-BF74-4CDAC786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8"/>
                </a:solidFill>
                <a:latin typeface="Arial"/>
                <a:ea typeface="Arial"/>
                <a:cs typeface="Arial"/>
              </a:rPr>
              <a:t>VAJRA  •  NPM PACKAGE INTEGRITY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94619-D3B6-48BF-997D-F87CB6C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Developers install a release artifact. Reviewers often inspect a repository. Those two views can diverge.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F1A33-8F31-4E9C-B0DF-7DAEDB03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095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6E259-6455-40BC-8430-DC72DBDF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SOURCE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64BE0-81AF-4328-87BB-13F4CC2D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Commit, manifests, build 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AA8D8-4332-49E1-88DE-E6751B90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8"/>
                </a:solidFill>
                <a:latin typeface="Arial"/>
                <a:ea typeface="Arial"/>
                <a:cs typeface="Arial"/>
              </a:rPr>
              <a:t>What maintainers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434D2-09BB-411F-B2A1-C9B5B755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4095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3E6B5-41D6-44DD-8C36-74530E54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PUBLISHED PACKAGE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BA531-0EE5-427C-A362-A0F41FAB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33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Tarball users install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039A5-B089-4CDA-92BA-420FF023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00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8"/>
                </a:solidFill>
                <a:latin typeface="Arial"/>
                <a:ea typeface="Arial"/>
                <a:cs typeface="Arial"/>
              </a:rPr>
              <a:t>What actually 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38534-957D-4893-8B13-869CFFFD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433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07C91-FF12-48F7-9BB7-85439098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29050"/>
            <a:ext cx="1714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A8ED2-B5C6-4649-A31B-052108E2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863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8"/>
                </a:solidFill>
                <a:latin typeface="Arial"/>
                <a:ea typeface="Arial"/>
                <a:cs typeface="Arial"/>
              </a:rPr>
              <a:t>Build outputs, packaging rules, release edits—or an unexplained change</a:t>
            </a:r>
          </a:p>
        </p:txBody>
      </p:sp>
    </p:spTree>
    <p:extLst>
      <p:ext uri="{BB962C8B-B14F-4D97-AF65-F5344CB8AC3E}">
        <p14:creationId xmlns:p14="http://schemas.microsoft.com/office/powerpoint/2010/main" val="1503592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83D626-258A-4935-A6B7-60A0AE1D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050" b="1" spc="1">
                <a:solidFill>
                  <a:srgbClr val="4DD6C0"/>
                </a:solidFill>
                <a:latin typeface="Arial"/>
                <a:ea typeface="Arial"/>
                <a:cs typeface="Arial"/>
              </a:rPr>
              <a:t>VAJRA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71238-7142-4433-AFD2-8A2BEFE1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One review flow, from input 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46889-161F-45B9-88DF-3B2F5811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CE224-F543-47A1-AD61-BB64A492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8"/>
                </a:solidFill>
                <a:latin typeface="Arial"/>
                <a:ea typeface="Arial"/>
                <a:cs typeface="Arial"/>
              </a:rPr>
              <a:t>VAJRA  •  NPM PACKAGE INTEGRITY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6DEE6-B88D-4668-9176-50C1CFF5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809750" cy="2571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A38E3-B676-4E97-9651-86B27B8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02C3A-4F1E-495A-96F5-29F67A3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DDCCB-B71C-4FDD-88C8-22AD5EA7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504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npm name + exact version</a:t>
            </a:r>
          </a:p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or package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04D39-60F6-40CE-B17D-567D530E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62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972CB-2BF7-4805-95F8-0C9D216F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861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7644-CAE1-4FBE-8166-06EBE53E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33625"/>
            <a:ext cx="1809750" cy="2571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2FC4C-7E00-41AF-ACCF-FE435911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2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8E9E5-8997-44E4-8E98-2E7C447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D5685-A511-4821-A372-79FCF985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71875"/>
            <a:ext cx="1504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GitHub commit, release</a:t>
            </a:r>
          </a:p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metadata, or source upload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3FECE-5961-479F-891A-D0F38E9C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62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C0970-BBB2-499A-9E79-96538DA3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861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9B224-D0F9-41C0-8727-897AD87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1809750" cy="2571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BE293-9BAB-401F-BF96-C751AA79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2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275C3-201A-47BC-A106-4151D8DA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BBEF4-D3E6-4220-9473-A4F6E63F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71875"/>
            <a:ext cx="1504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Raw hashes, file mapping,</a:t>
            </a:r>
          </a:p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bounded text diffs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CAEC8-4CF9-4D32-AED6-B51270F2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191F2-81AE-4A82-99AE-29061AD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4861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B0B6A-7643-476D-9298-8F8F734C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33625"/>
            <a:ext cx="1809750" cy="2571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E3FFC-C737-442D-90BC-065E5EDA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2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8411C-A186-47CB-B226-7219564F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F7472-21B7-41B3-A587-3D900DC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71875"/>
            <a:ext cx="1504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Deterministic rules +</a:t>
            </a:r>
          </a:p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optional model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99C52-3DA8-4A71-9F6D-8A55FE67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62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6624C-EB4C-4E1D-B53C-5F75D2B8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4861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9D937-6493-40FB-9DFA-73EAE41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1809750" cy="2571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6FFCFE-2389-49CC-995A-4E55ACAF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2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AA489-B988-4A15-858F-9D470D8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480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A7E70-B5A8-4230-A591-F5AE1C4A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504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Coverage, findings, file</a:t>
            </a:r>
          </a:p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evidence, JSON / Markdown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324AEF-8636-46E3-933A-0B2FFC8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6C8"/>
                </a:solidFill>
                <a:latin typeface="Arial"/>
                <a:ea typeface="Arial"/>
                <a:cs typeface="Arial"/>
              </a:rPr>
              <a:t>Source identity, skipped files, model failure, and uncertainty remain visible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1146417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0EBA79-8A79-4C82-B9F3-0BCE92EE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050" b="1" spc="1">
                <a:solidFill>
                  <a:srgbClr val="4DD6C0"/>
                </a:solidFill>
                <a:latin typeface="Arial"/>
                <a:ea typeface="Arial"/>
                <a:cs typeface="Arial"/>
              </a:rPr>
              <a:t>VAJRA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E2F9D-265F-426A-8A69-B2154AF9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 shared engine serves the whole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FEB77-5F66-4F63-A158-02EF7BEC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50C3A-B4CE-404E-8B83-C6ABF3B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8"/>
                </a:solidFill>
                <a:latin typeface="Arial"/>
                <a:ea typeface="Arial"/>
                <a:cs typeface="Arial"/>
              </a:rPr>
              <a:t>VAJRA  •  NPM PACKAGE INTEGRITY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D014B-8352-4C13-B652-2320C9FF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7621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6C155-B1C2-4302-9A61-593CA315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0987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WEB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669D3-1AAB-420A-928C-76929BA0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385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Submit • inspect •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D3F6C-AD46-4F8A-98DC-BED6017A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95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16343-3A76-4381-BE72-FC157318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194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B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CBF96-6FD8-461A-B815-BDA1474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71750"/>
            <a:ext cx="17621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0F6AD-004B-46D0-A022-BF62078A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0987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API + JOB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B02BC-14EC-429B-871F-C5A777AB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385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Validate • persist • poll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1B1F9-EB5D-43C0-AEC5-8C27F258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6189B-139E-4E50-9912-55EC3446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194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B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3FFC7-71D9-45DA-BA6C-02410373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571750"/>
            <a:ext cx="17621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0C9FF-FCF6-441C-B5C1-B3D565B3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0987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E7D52-DA07-4636-B92F-1C8FA105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385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npm • GitHub • uploads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AA934-1667-4BF1-9CE0-34588B8C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95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158EE-B631-42D7-8FE3-2B6C2EAC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194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B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B0DF6-BC16-4C82-8862-CF45A58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571750"/>
            <a:ext cx="17621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19050">
            <a:solidFill>
              <a:srgbClr val="4DD6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D4BD8-08B3-4AC3-9F5F-2DFEE75D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987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ANALYSIS 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483BF-C7ED-4A16-8E77-9A7017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map • diff • assess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A8E4C-F0CE-4DC4-A1ED-F571C8A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95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40BF9-61B0-45E8-B240-5B31BAB8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194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B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8689A-44CB-4C1F-AB28-39EE3B33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71750"/>
            <a:ext cx="17621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7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6329A-B84F-489C-B988-B0E7A001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0987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SQLITE + REPORTS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7A8A71-ADB2-438A-A655-4744101F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history • watch • files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EE393-E7DD-4D72-9B5B-60BF267A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UI and CLI submit the same request contract. The engine owns pipeline order and report validation.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55372-2E45-4DE6-896D-07CC137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8"/>
                </a:solidFill>
                <a:latin typeface="Arial"/>
                <a:ea typeface="Arial"/>
                <a:cs typeface="Arial"/>
              </a:rPr>
              <a:t>Local-first deployment • never executes package or build scripts</a:t>
            </a:r>
          </a:p>
        </p:txBody>
      </p:sp>
    </p:spTree>
    <p:extLst>
      <p:ext uri="{BB962C8B-B14F-4D97-AF65-F5344CB8AC3E}">
        <p14:creationId xmlns:p14="http://schemas.microsoft.com/office/powerpoint/2010/main" val="1759483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4768E-9060-4D05-BFE6-B1A6F082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050" b="1" spc="1">
                <a:solidFill>
                  <a:srgbClr val="4DD6C0"/>
                </a:solidFill>
                <a:latin typeface="Arial"/>
                <a:ea typeface="Arial"/>
                <a:cs typeface="Arial"/>
              </a:rPr>
              <a:t>VAJRA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D268F-385D-4E44-BEFA-17FDCA17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Findings show evidence and uncertainty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5F7DD-4F1D-4130-AAAB-D7677707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A04AC-45B1-467D-97FC-03DB4622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8"/>
                </a:solidFill>
                <a:latin typeface="Arial"/>
                <a:ea typeface="Arial"/>
                <a:cs typeface="Arial"/>
              </a:rPr>
              <a:t>VAJRA  •  NPM PACKAGE INTEGRITY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B3288-83D9-47E0-AC3F-C829774A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F78A4-3304-4AA4-8FF9-1F131670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Severity: info → high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18E51-3FE9-4E88-B8BE-A3033994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6C8"/>
                </a:solidFill>
                <a:latin typeface="Arial"/>
                <a:ea typeface="Arial"/>
                <a:cs typeface="Arial"/>
              </a:rPr>
              <a:t>How strong is the evidence?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985C4-FD25-4AAF-B3F7-046115D5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C83DC-D10E-496D-8E78-436ACA24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Confidence: low → 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29E62-213E-4101-B1B7-235AECC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6C8"/>
                </a:solidFill>
                <a:latin typeface="Arial"/>
                <a:ea typeface="Arial"/>
                <a:cs typeface="Arial"/>
              </a:rPr>
              <a:t>How certain is the source match and observation?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20A36-E006-4545-A907-89BD692A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9D588-8DA5-480E-A9EB-09D52C4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20236-35FA-4607-9910-3FCA647F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967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Every finding links to an existing package/source file and valid line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F101B-B2E6-4F04-B1F3-7330C40A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AF2E6-1732-42E8-9356-43D1C644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14875"/>
            <a:ext cx="967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Generated output can be identified as unverified; identity is not proof of equivalence.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FD78B-7BC0-4764-B49A-FAB93ED4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34E10-87A6-4D6E-AE86-50090904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967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Partial coverage and model failure stay visible. There is no global “safe” verdict.</a:t>
            </a:r>
          </a:p>
        </p:txBody>
      </p:sp>
    </p:spTree>
    <p:extLst>
      <p:ext uri="{BB962C8B-B14F-4D97-AF65-F5344CB8AC3E}">
        <p14:creationId xmlns:p14="http://schemas.microsoft.com/office/powerpoint/2010/main" val="1676738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86676-1EA6-417F-A941-3265440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050" b="1" spc="1">
                <a:solidFill>
                  <a:srgbClr val="4DD6C0"/>
                </a:solidFill>
                <a:latin typeface="Arial"/>
                <a:ea typeface="Arial"/>
                <a:cs typeface="Arial"/>
              </a:rPr>
              <a:t>VAJRA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D7D73-EC77-4148-86D5-C4EBF66B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Controlled evaluation: strong signal, narrow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B4335-E041-4DE2-BDCD-A63483F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13140-AA30-4A0E-947C-B420265D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8"/>
                </a:solidFill>
                <a:latin typeface="Arial"/>
                <a:ea typeface="Arial"/>
                <a:cs typeface="Arial"/>
              </a:rPr>
              <a:t>VAJRA  •  NPM PACKAGE INTEGRITY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AF33A-6183-4465-A02E-275867C8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44CC1-4F48-4746-8FB1-750F8A10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synthetic planted-change cases produced suspicious findings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F2EAD-4078-44E1-8DA6-27A60FCE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9554B-6721-4A47-8EE6-6AD3AB72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real npm releases • 32 total analyses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F6C81-933C-4C66-A852-D0617AA7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57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E34C8-DA91-41F6-A01E-9A54C915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57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DD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5C467-979D-4270-A724-20479A32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16 planted variants flagged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A8CCA-0315-454F-AD98-3EFC8B37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857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A405D-7BBE-4641-AB00-A99FFA5E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F4E09-8BEC-449E-948E-33353622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2 / 8 releases held out from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AF13B-5FD2-4E1E-9CC6-FCC6C25D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3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Only 2 releases (8 analyses) were held out. The other 6 informed rule tuning. Models were disabled in this evaluation.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5253D-1303-435C-BB62-E2AAC446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23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B6C8"/>
                </a:solidFill>
                <a:latin typeface="Arial"/>
                <a:ea typeface="Arial"/>
                <a:cs typeface="Arial"/>
              </a:rPr>
              <a:t>Small controlled fixture study—not a general malware-accuracy claim.</a:t>
            </a:r>
          </a:p>
        </p:txBody>
      </p:sp>
    </p:spTree>
    <p:extLst>
      <p:ext uri="{BB962C8B-B14F-4D97-AF65-F5344CB8AC3E}">
        <p14:creationId xmlns:p14="http://schemas.microsoft.com/office/powerpoint/2010/main" val="331516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ACE628-00C6-420F-942E-19DD8A1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050" b="1" spc="1">
                <a:solidFill>
                  <a:srgbClr val="4DD6C0"/>
                </a:solidFill>
                <a:latin typeface="Arial"/>
                <a:ea typeface="Arial"/>
                <a:cs typeface="Arial"/>
              </a:rPr>
              <a:t>VAJRA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DDB6E-4C6B-4AF5-8CBE-48B7DE42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What is implemented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156DC-6271-4F7F-9836-1B78127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C2774-E241-45C8-9B95-E7BFDCC5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8"/>
                </a:solidFill>
                <a:latin typeface="Arial"/>
                <a:ea typeface="Arial"/>
                <a:cs typeface="Arial"/>
              </a:rPr>
              <a:t>VAJRA  •  NPM PACKAGE INTEGRITY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EC447-0317-4938-913A-3B5C014F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ENGINE + INGESTION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01312-56DE-4CC0-BF16-4A3549E3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3E122-F404-46F7-81BF-EC8A699A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A969D-67AA-4A62-8E5B-BA89654F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Exact npm release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4E9CB-0C72-40C3-9DCA-014E8830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0971C-EF60-42C2-BF38-CC272D80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2422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Safe archive parsing and upload inspection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91032-30DA-4726-8AF3-D7D0E2BE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AFD4B-B6AC-48EC-BFAE-1D67F5D9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GitHub commit/ref snapshot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1A25A-4478-4A2D-90A6-79B0B1F0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D287C-03FD-42FA-9DC7-8AA4CD0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Evidence-backed rules and model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20903-DEB5-48E9-8496-DEE6EC9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PRODUCT SURFACES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0DD1A-0F46-4197-A30D-BE55B0E2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9678E-2D4E-4DDA-97B1-ED9C5C0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6AF12-A441-4597-BFF6-83CDF910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1937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Fastify API + SQLite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B84BE-E804-4DA0-9017-5C6B5DD7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A422E-EF16-49F6-9304-1FDF6DE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2422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React review UI and exports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28C56-6506-478E-A74B-07EC097B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0D133-C790-428D-BBB2-8C0AB673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2907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CLI analysis and watch commands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6AB9D-1CED-4909-86B0-7591DC0E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81894-8710-4707-A22E-8A1B2D40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3392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Scheduled monitor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8C57A-30FA-47D9-85D1-8BCA4E0E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70A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A7FF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CEBF9-5956-4C33-8AC8-66B62AE8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E92DA8-7674-4322-8A0C-D49755B1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77784-6532-4070-9153-2EAE514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1937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174 tests across 17 files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9053EA-A79B-45F6-9B95-D0914EB7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0BC898-43EC-4493-9212-54377A2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2422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 and type checks 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27F6C-E27E-481C-9397-B02F7C5B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799E24-2679-4500-8B96-0A21633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2907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Qwen live smoke recorded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1D3D5F-D33A-4E65-B003-90620717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BB7C6D-36C3-449A-BEB9-45144690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3392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Gemma attempt failed validation</a:t>
            </a:r>
          </a:p>
        </p:txBody>
      </p:sp>
    </p:spTree>
    <p:extLst>
      <p:ext uri="{BB962C8B-B14F-4D97-AF65-F5344CB8AC3E}">
        <p14:creationId xmlns:p14="http://schemas.microsoft.com/office/powerpoint/2010/main" val="1020426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2FE38-B8E4-4BC2-BFCF-54838800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spc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050" b="1" spc="1">
                <a:solidFill>
                  <a:srgbClr val="4DD6C0"/>
                </a:solidFill>
                <a:latin typeface="Arial"/>
                <a:ea typeface="Arial"/>
                <a:cs typeface="Arial"/>
              </a:rPr>
              <a:t>VAJRA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6F239-BE38-44E5-9DBD-8A3034EE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Next: verify the complete release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2FB2B-9F63-4A5D-9A51-C45C220A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D06A0-AA29-4DAB-A1EE-F4CD5626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8"/>
                </a:solidFill>
                <a:latin typeface="Arial"/>
                <a:ea typeface="Arial"/>
                <a:cs typeface="Arial"/>
              </a:rPr>
              <a:t>VAJRA  •  NPM PACKAGE INTEGRITY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98C08-9375-4EBD-A1AE-E3FB7B08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9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D57"/>
                </a:solidFill>
                <a:latin typeface="Arial"/>
                <a:ea typeface="Arial"/>
                <a:cs typeface="Arial"/>
              </a:rPr>
              <a:t>LIVE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55619-1503-448D-8914-FAC25A47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19275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Run a real npm package through API, UI, and CLI with a pinned GitHub commit.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E4206-2636-4252-B83F-4C2A43DC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F3C37-81B2-44F4-A07F-282CEC44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A1EBE-2FE1-480F-BA66-11ACD531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194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Verify new-version detection, digest deduplication, retries, and cache restore/save in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6FC7E-16B9-4608-9949-287B8C56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A6F9F-B20C-4759-9C4E-01A4F969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316AD-2A64-4B7A-9F42-919D5013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9525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Check restart behavior, upload retention, invalid-input responses, and oversized downloads.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CFFE9-FB38-435C-8EC4-6FD1992B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373DB-0167-40ED-9C43-D4B4E89C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DD6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D6C0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DC391-F7E9-4F71-8091-8E7E0AE6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Expand held-out coverage and document unresolved cases and runtime.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BF9E9-24CC-4E95-9A4D-DCFACA8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9B6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B6C8"/>
                </a:solidFill>
                <a:latin typeface="Arial"/>
                <a:ea typeface="Arial"/>
                <a:cs typeface="Arial"/>
              </a:rPr>
              <a:t>A clean comparison means “no differences found within coverage”—not “safe.”</a:t>
            </a:r>
          </a:p>
        </p:txBody>
      </p:sp>
    </p:spTree>
    <p:extLst>
      <p:ext uri="{BB962C8B-B14F-4D97-AF65-F5344CB8AC3E}">
        <p14:creationId xmlns:p14="http://schemas.microsoft.com/office/powerpoint/2010/main" val="707638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2026-10-31T21:13:38.7840000Z</dcterms:created>
  <dcterms:modified xsi:type="dcterms:W3CDTF">2026-10-31T21:13:38.7840000Z</dcterms:modified>
</coreProperties>
</file>